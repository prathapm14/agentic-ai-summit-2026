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34bc9ed1-87a8-2528-aa83-722c34e8b904}">
          <p14:sldIdLst>
            <p14:sldId id="256"/>
            <p14:sldId id="257"/>
            <p14:sldId id="258"/>
          </p14:sldIdLst>
        </p14:section>
        <p14:section name="Content" id="{b843d2ff-90cb-2b05-c7f6-3f5674e2b707}">
          <p14:sldIdLst>
            <p14:sldId id="259"/>
            <p14:sldId id="260"/>
            <p14:sldId id="261"/>
            <p14:sldId id="262"/>
          </p14:sldIdLst>
        </p14:section>
        <p14:section name="End" id="{c0a858f0-9972-abef-f3ca-1d8d1667700f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template for Agentic AI Summit 2026. Replace the title and your name. Keep this slide on screen while the host introduces you. Slides are 16:9; use fonts of 18pt or more, as many people watch on phones.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Optional: the host already introduces you, so keep this to 30 seconds. To add your photo, click the photo placeholder icon.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Tip: zoom your editor to 150% or more during live demos, and keep a recorded backup of the demo in case the network misbehaves.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a few minutes for questions from the chat. The host will read them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Session-title-image-3.png"/><Relationship Id="rId4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Section-divider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Title-and-content-image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Text-and-picture-image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Title-only-image-2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Code-or-demo-image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image" Target="../media/About-the-speaker-image-3.png"/><Relationship Id="rId4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image" Target="../media/Thank-you-image-3.png"/><Relationship Id="rId4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ssion title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rathapreddy/agentic-ai-summit-2026/tools/.cache/assets/itc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11480"/>
            <a:ext cx="5486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0972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chemeClr val="bg2"/>
                </a:solidFill>
              </a:rPr>
              <a:t>AGENTIC AI SUMMIT 2026  ·  24 OCTOBER 2026</a:t>
            </a:r>
            <a:endParaRPr lang="en-US" sz="1400" dirty="0"/>
          </a:p>
        </p:txBody>
      </p:sp>
      <p:pic>
        <p:nvPicPr>
          <p:cNvPr id="4" name="Image 1" descr="/Users/prathapreddy/agentic-ai-summit-2026/tools/.cache/assets/pos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148840"/>
            <a:ext cx="4023360" cy="226314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640080" y="1737360"/>
            <a:ext cx="658368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Your session title</a:t>
            </a:r>
            <a:endParaRPr lang="en-US" sz="4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40080" y="4160520"/>
            <a:ext cx="65836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Your name · Your role, Company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rathapreddy/agentic-ai-summit-2026/tools/.cache/assets/itc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11480"/>
            <a:ext cx="548640" cy="54864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645920"/>
            <a:ext cx="36576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7200" b="1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r>
              <a:rPr lang="en-US" sz="7200" b="1" dirty="0">
                <a:solidFill>
                  <a:schemeClr val="bg2"/>
                </a:solidFill>
              </a:rPr>
              <a:t>01</a:t>
            </a:r>
            <a:endParaRPr lang="en-US" sz="72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40080" y="3017520"/>
            <a:ext cx="100584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Section title</a:t>
            </a:r>
            <a:endParaRPr lang="en-US" sz="4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Agentic AI Summit 2026  ·  #AgenticAISummit2026</a:t>
            </a:r>
            <a:endParaRPr lang="en-US" sz="1000" dirty="0"/>
          </a:p>
        </p:txBody>
      </p:sp>
      <p:pic>
        <p:nvPicPr>
          <p:cNvPr id="3" name="Image 0" descr="/Users/prathapreddy/agentic-ai-summit-2026/tools/.cache/assets/itc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0" y="6236208"/>
            <a:ext cx="438912" cy="438912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411480"/>
            <a:ext cx="1042416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548640" y="1463040"/>
            <a:ext cx="11064240" cy="45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Add your points here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6132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pictu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Agentic AI Summit 2026  ·  #AgenticAISummit2026</a:t>
            </a:r>
            <a:endParaRPr lang="en-US" sz="1000" dirty="0"/>
          </a:p>
        </p:txBody>
      </p:sp>
      <p:pic>
        <p:nvPicPr>
          <p:cNvPr id="3" name="Image 0" descr="/Users/prathapreddy/agentic-ai-summit-2026/tools/.cache/assets/itc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0" y="6236208"/>
            <a:ext cx="438912" cy="438912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411480"/>
            <a:ext cx="1042416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548640" y="1463040"/>
            <a:ext cx="5394960" cy="45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Explain the idea</a:t>
            </a:r>
            <a:endParaRPr lang="en-US" sz="1800" dirty="0"/>
          </a:p>
        </p:txBody>
      </p:sp>
      <p:sp>
        <p:nvSpPr>
          <p:cNvPr id="6" name="Shape 1"/>
          <p:cNvSpPr/>
          <p:nvPr/>
        </p:nvSpPr>
        <p:spPr>
          <a:xfrm>
            <a:off x="6309360" y="1463040"/>
            <a:ext cx="5303520" cy="4572000"/>
          </a:xfrm>
          <a:prstGeom prst="rect">
            <a:avLst/>
          </a:prstGeom>
          <a:solidFill>
            <a:srgbClr val="F4F2FF"/>
          </a:solidFill>
          <a:ln/>
        </p:spPr>
      </p:sp>
      <p:sp>
        <p:nvSpPr>
          <p:cNvPr id="7" name="Text 2"/>
          <p:cNvSpPr/>
          <p:nvPr>
            <p:ph idx="105" hasCustomPrompt="1"/>
          </p:nvPr>
        </p:nvSpPr>
        <p:spPr>
          <a:xfrm>
            <a:off x="6309360" y="1463040"/>
            <a:ext cx="5303520" cy="45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dirty="0">
                <a:solidFill>
                  <a:schemeClr val="tx1"/>
                </a:solidFill>
              </a:rPr>
              <a:t>Insert a screenshot or diagram</a:t>
            </a: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6132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Agentic AI Summit 2026  ·  #AgenticAISummit2026</a:t>
            </a:r>
            <a:endParaRPr lang="en-US" sz="1000" dirty="0"/>
          </a:p>
        </p:txBody>
      </p:sp>
      <p:pic>
        <p:nvPicPr>
          <p:cNvPr id="3" name="Image 0" descr="/Users/prathapreddy/agentic-ai-summit-2026/tools/.cache/assets/itc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0" y="6236208"/>
            <a:ext cx="438912" cy="438912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411480"/>
            <a:ext cx="1042416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6132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or dem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Agentic AI Summit 2026  ·  #AgenticAISummit2026</a:t>
            </a:r>
            <a:endParaRPr lang="en-US" sz="1000" dirty="0"/>
          </a:p>
        </p:txBody>
      </p:sp>
      <p:pic>
        <p:nvPicPr>
          <p:cNvPr id="3" name="Image 0" descr="/Users/prathapreddy/agentic-ai-summit-2026/tools/.cache/assets/itc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0" y="6236208"/>
            <a:ext cx="438912" cy="438912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411480"/>
            <a:ext cx="1042416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5" name="Shape 1"/>
          <p:cNvSpPr/>
          <p:nvPr/>
        </p:nvSpPr>
        <p:spPr>
          <a:xfrm>
            <a:off x="548640" y="1463040"/>
            <a:ext cx="11064240" cy="4617720"/>
          </a:xfrm>
          <a:prstGeom prst="rect">
            <a:avLst/>
          </a:prstGeom>
          <a:solidFill>
            <a:srgbClr val="14154A"/>
          </a:solidFill>
          <a:ln/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822960" y="1691640"/>
            <a:ext cx="10515600" cy="4160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Paste your code here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6132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out the speaker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Agentic AI Summit 2026  ·  #AgenticAISummit2026</a:t>
            </a:r>
            <a:endParaRPr lang="en-US" sz="1000" dirty="0"/>
          </a:p>
        </p:txBody>
      </p:sp>
      <p:pic>
        <p:nvPicPr>
          <p:cNvPr id="3" name="Image 0" descr="/Users/prathapreddy/agentic-ai-summit-2026/tools/.cache/assets/itc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0" y="6236208"/>
            <a:ext cx="438912" cy="438912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411480"/>
            <a:ext cx="1042416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Slide title</a:t>
            </a:r>
            <a:endParaRPr lang="en-US" sz="3200" dirty="0"/>
          </a:p>
        </p:txBody>
      </p:sp>
      <p:pic>
        <p:nvPicPr>
          <p:cNvPr id="5" name="Image 1" descr="/Users/prathapreddy/agentic-ai-summit-2026/tools/.cache/img/ph-emp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3657600" cy="3657600"/>
          </a:xfrm>
          <a:prstGeom prst="rect">
            <a:avLst/>
          </a:prstGeom>
        </p:spPr>
      </p:pic>
      <p:sp>
        <p:nvSpPr>
          <p:cNvPr id="6" name="Text 1"/>
          <p:cNvSpPr/>
          <p:nvPr>
            <p:ph idx="104" hasCustomPrompt="1"/>
          </p:nvPr>
        </p:nvSpPr>
        <p:spPr>
          <a:xfrm>
            <a:off x="868680" y="1874520"/>
            <a:ext cx="3017520" cy="3017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dirty="0">
                <a:solidFill>
                  <a:schemeClr val="tx1"/>
                </a:solidFill>
              </a:rPr>
              <a:t>Your photo</a:t>
            </a:r>
            <a:endParaRPr lang="en-US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4754880" y="1554480"/>
            <a:ext cx="6858000" cy="4480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 few lines about you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6132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rathapreddy/agentic-ai-summit-2026/tools/.cache/assets/itc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11480"/>
            <a:ext cx="548640" cy="548640"/>
          </a:xfrm>
          <a:prstGeom prst="rect">
            <a:avLst/>
          </a:prstGeom>
        </p:spPr>
      </p:pic>
      <p:pic>
        <p:nvPicPr>
          <p:cNvPr id="3" name="Image 1" descr="/Users/prathapreddy/agentic-ai-summit-2026/tools/.cache/assets/cat-w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1463040"/>
            <a:ext cx="3474720" cy="347472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40080" y="1737360"/>
            <a:ext cx="69494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Thank you!</a:t>
            </a:r>
            <a:endParaRPr lang="en-US" sz="5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3429000"/>
            <a:ext cx="69494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Questions? Let's connect.</a:t>
            </a: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6132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640080" y="1737360"/>
            <a:ext cx="6583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Your session title</a:t>
            </a:r>
            <a:endParaRPr lang="en-US" sz="4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640080" y="416052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2"/>
                </a:solidFill>
              </a:rPr>
              <a:t>Your name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Your role · Company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About me</a:t>
            </a:r>
            <a:endParaRPr lang="en-US" sz="3200" dirty="0"/>
          </a:p>
        </p:txBody>
      </p:sp>
      <p:sp>
        <p:nvSpPr>
          <p:cNvPr id="3" name="Text 1"/>
          <p:cNvSpPr/>
          <p:nvPr>
            <p:ph idx="105" type="body" hasCustomPrompt="1"/>
          </p:nvPr>
        </p:nvSpPr>
        <p:spPr>
          <a:xfrm>
            <a:off x="4754880" y="1554480"/>
            <a:ext cx="68580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What you do and where you work</a:t>
            </a:r>
            <a:endParaRPr lang="en-US" sz="18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What you love building or teaching</a:t>
            </a:r>
            <a:endParaRPr lang="en-US" sz="18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Where people can find you (LinkedIn, blog, GitHub)</a:t>
            </a:r>
            <a:endParaRPr lang="en-US" sz="1800" dirty="0"/>
          </a:p>
        </p:txBody>
      </p:sp>
      <p:sp>
        <p:nvSpPr>
          <p:cNvPr id="5" name="Text 1"/>
          <p:cNvSpPr/>
          <p:nvPr>
            <p:ph idx="104" hasCustomPrompt="1"/>
          </p:nvPr>
        </p:nvSpPr>
        <p:spPr>
          <a:xfrm>
            <a:off x="868680" y="1874520"/>
            <a:ext cx="3017520" cy="3017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6132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What we'll cover</a:t>
            </a:r>
            <a:endParaRPr lang="en-US" sz="3200" dirty="0"/>
          </a:p>
        </p:txBody>
      </p:sp>
      <p:sp>
        <p:nvSpPr>
          <p:cNvPr id="3" name="Step 1 circle"/>
          <p:cNvSpPr/>
          <p:nvPr/>
        </p:nvSpPr>
        <p:spPr>
          <a:xfrm>
            <a:off x="548640" y="16002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60020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The problem we're solving</a:t>
            </a:r>
            <a:endParaRPr lang="en-US" sz="2200" dirty="0"/>
          </a:p>
        </p:txBody>
      </p:sp>
      <p:sp>
        <p:nvSpPr>
          <p:cNvPr id="6" name="Step 2 circle"/>
          <p:cNvSpPr/>
          <p:nvPr/>
        </p:nvSpPr>
        <p:spPr>
          <a:xfrm>
            <a:off x="548640" y="269748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697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69748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How it works: architecture and key ideas</a:t>
            </a:r>
            <a:endParaRPr lang="en-US" sz="2200" dirty="0"/>
          </a:p>
        </p:txBody>
      </p:sp>
      <p:sp>
        <p:nvSpPr>
          <p:cNvPr id="9" name="Step 3 circle"/>
          <p:cNvSpPr/>
          <p:nvPr/>
        </p:nvSpPr>
        <p:spPr>
          <a:xfrm>
            <a:off x="548640" y="379476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794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79476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Live demo</a:t>
            </a:r>
            <a:endParaRPr lang="en-US" sz="2200" dirty="0"/>
          </a:p>
        </p:txBody>
      </p:sp>
      <p:sp>
        <p:nvSpPr>
          <p:cNvPr id="12" name="Step 4 circle"/>
          <p:cNvSpPr/>
          <p:nvPr/>
        </p:nvSpPr>
        <p:spPr>
          <a:xfrm>
            <a:off x="548640" y="489204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892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48920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Lessons learned and what to try next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6132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40080" y="16459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bg2"/>
                </a:solidFill>
              </a:rPr>
              <a:t>01</a:t>
            </a:r>
            <a:endParaRPr lang="en-US" sz="7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640080" y="301752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Section title</a:t>
            </a:r>
            <a:endParaRPr lang="en-US" sz="4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Explain an idea with a picture</a:t>
            </a:r>
            <a:endParaRPr lang="en-US" sz="3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1463040"/>
            <a:ext cx="53949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One idea per slide</a:t>
            </a:r>
            <a:endParaRPr lang="en-US" sz="18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Show, don't tell: screenshots and diagrams beat long text</a:t>
            </a:r>
            <a:endParaRPr lang="en-US" sz="18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Keep text short so viewers can listen to you</a:t>
            </a:r>
            <a:endParaRPr lang="en-US" sz="1800" dirty="0"/>
          </a:p>
        </p:txBody>
      </p:sp>
      <p:sp>
        <p:nvSpPr>
          <p:cNvPr id="4" name="Text 2"/>
          <p:cNvSpPr/>
          <p:nvPr>
            <p:ph idx="105" hasCustomPrompt="1"/>
          </p:nvPr>
        </p:nvSpPr>
        <p:spPr>
          <a:xfrm>
            <a:off x="6309360" y="1463040"/>
            <a:ext cx="5303520" cy="45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6132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Code or demo</a:t>
            </a:r>
            <a:endParaRPr lang="en-US" sz="32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822960" y="1691640"/>
            <a:ext cx="10515600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Large fonts help viewers on phones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agent = await client.agents.create({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"summit-demo",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instructions: "Help attendees find sessions",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6132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Key takeaways</a:t>
            </a:r>
            <a:endParaRPr lang="en-US" sz="3200" dirty="0"/>
          </a:p>
        </p:txBody>
      </p:sp>
      <p:sp>
        <p:nvSpPr>
          <p:cNvPr id="3" name="Takeaway 1"/>
          <p:cNvSpPr/>
          <p:nvPr/>
        </p:nvSpPr>
        <p:spPr>
          <a:xfrm>
            <a:off x="548640" y="1600200"/>
            <a:ext cx="3520440" cy="4206240"/>
          </a:xfrm>
          <a:prstGeom prst="roundRect">
            <a:avLst>
              <a:gd name="adj" fmla="val 3896"/>
            </a:avLst>
          </a:prstGeom>
          <a:solidFill>
            <a:schemeClr val="bg2"/>
          </a:solidFill>
          <a:ln/>
        </p:spPr>
      </p:sp>
      <p:sp>
        <p:nvSpPr>
          <p:cNvPr id="4" name="Takeaway icon circle 1"/>
          <p:cNvSpPr/>
          <p:nvPr/>
        </p:nvSpPr>
        <p:spPr>
          <a:xfrm>
            <a:off x="868680" y="192024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Takeaway icon 1" descr="/Users/prathapreddy/agentic-ai-summit-2026/tools/.cache/img/ic-bulb-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14884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31089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74904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one thing you want people to remember</a:t>
            </a:r>
            <a:endParaRPr lang="en-US" sz="1800" dirty="0"/>
          </a:p>
        </p:txBody>
      </p:sp>
      <p:sp>
        <p:nvSpPr>
          <p:cNvPr id="8" name="Takeaway 2"/>
          <p:cNvSpPr/>
          <p:nvPr/>
        </p:nvSpPr>
        <p:spPr>
          <a:xfrm>
            <a:off x="4297680" y="1600200"/>
            <a:ext cx="3520440" cy="4206240"/>
          </a:xfrm>
          <a:prstGeom prst="roundRect">
            <a:avLst>
              <a:gd name="adj" fmla="val 3896"/>
            </a:avLst>
          </a:prstGeom>
          <a:solidFill>
            <a:schemeClr val="bg2"/>
          </a:solidFill>
          <a:ln/>
        </p:spPr>
      </p:sp>
      <p:sp>
        <p:nvSpPr>
          <p:cNvPr id="9" name="Takeaway icon circle 2"/>
          <p:cNvSpPr/>
          <p:nvPr/>
        </p:nvSpPr>
        <p:spPr>
          <a:xfrm>
            <a:off x="4617720" y="192024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Takeaway icon 2" descr="/Users/prathapreddy/agentic-ai-summit-2026/tools/.cache/img/ic-rocket-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14884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17720" y="31089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4617720" y="374904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 practical step they can try this week</a:t>
            </a:r>
            <a:endParaRPr lang="en-US" sz="1800" dirty="0"/>
          </a:p>
        </p:txBody>
      </p:sp>
      <p:sp>
        <p:nvSpPr>
          <p:cNvPr id="13" name="Takeaway 3"/>
          <p:cNvSpPr/>
          <p:nvPr/>
        </p:nvSpPr>
        <p:spPr>
          <a:xfrm>
            <a:off x="8046720" y="1600200"/>
            <a:ext cx="3520440" cy="4206240"/>
          </a:xfrm>
          <a:prstGeom prst="roundRect">
            <a:avLst>
              <a:gd name="adj" fmla="val 3896"/>
            </a:avLst>
          </a:prstGeom>
          <a:solidFill>
            <a:schemeClr val="bg2"/>
          </a:solidFill>
          <a:ln/>
        </p:spPr>
      </p:sp>
      <p:sp>
        <p:nvSpPr>
          <p:cNvPr id="14" name="Takeaway icon circle 3"/>
          <p:cNvSpPr/>
          <p:nvPr/>
        </p:nvSpPr>
        <p:spPr>
          <a:xfrm>
            <a:off x="8366760" y="1920240"/>
            <a:ext cx="914400" cy="9144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5" name="Takeaway icon 3" descr="/Users/prathapreddy/agentic-ai-summit-2026/tools/.cache/img/ic-globe-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214884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66760" y="31089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more</a:t>
            </a:r>
            <a:endParaRPr lang="en-US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8366760" y="374904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Links, repos and docs to go further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6132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640080" y="173736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Thank you!</a:t>
            </a:r>
            <a:endParaRPr lang="en-US" sz="5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640080" y="3429000"/>
            <a:ext cx="6949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2"/>
                </a:solidFill>
              </a:rPr>
              <a:t>Questions? Let's connect.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linkedin.com/in/your-profile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#AgenticAISummit2026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Agentic AI Summit 2026">
      <a:dk1>
        <a:srgbClr val="14154A"/>
      </a:dk1>
      <a:lt1>
        <a:srgbClr val="FFFFFF"/>
      </a:lt1>
      <a:dk2>
        <a:srgbClr val="1E2A78"/>
      </a:dk2>
      <a:lt2>
        <a:srgbClr val="F4F2FF"/>
      </a:lt2>
      <a:accent1>
        <a:srgbClr val="2563EB"/>
      </a:accent1>
      <a:accent2>
        <a:srgbClr val="7C3AED"/>
      </a:accent2>
      <a:accent3>
        <a:srgbClr val="C026D3"/>
      </a:accent3>
      <a:accent4>
        <a:srgbClr val="0EA5E9"/>
      </a:accent4>
      <a:accent5>
        <a:srgbClr val="5B6385"/>
      </a:accent5>
      <a:accent6>
        <a:srgbClr val="F59E0B"/>
      </a:accent6>
      <a:hlink>
        <a:srgbClr val="2563EB"/>
      </a:hlink>
      <a:folHlink>
        <a:srgbClr val="7C3AED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Innovation Tech Community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Summit 2026 · Speaker template</dc:title>
  <dc:subject>PptxGenJS Presentation</dc:subject>
  <dc:creator>Innovation Tech Community</dc:creator>
  <cp:lastModifiedBy>Innovation Tech Community</cp:lastModifiedBy>
  <cp:revision>1</cp:revision>
  <dcterms:created xsi:type="dcterms:W3CDTF">2026-10-20T18:57:18Z</dcterms:created>
  <dcterms:modified xsi:type="dcterms:W3CDTF">2026-10-20T18:57:18Z</dcterms:modified>
</cp:coreProperties>
</file>