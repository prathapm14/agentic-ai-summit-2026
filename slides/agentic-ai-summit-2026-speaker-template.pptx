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d8a4c7f-8c6d-4e4f-daae-64c15821e1c5}">
          <p14:sldIdLst>
            <p14:sldId id="256"/>
            <p14:sldId id="257"/>
            <p14:sldId id="258"/>
          </p14:sldIdLst>
        </p14:section>
        <p14:section name="Content" id="{f1c409e8-0a44-c121-b916-620a9f3005dc}">
          <p14:sldIdLst>
            <p14:sldId id="259"/>
            <p14:sldId id="260"/>
            <p14:sldId id="261"/>
            <p14:sldId id="262"/>
          </p14:sldIdLst>
        </p14:section>
        <p14:section name="End" id="{527fff91-ae8b-ab53-2f80-39a5dcf3ea6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template for Agentic AI Summit 2026. Replace the title and your name. Keep this slide on screen while the host introduces you. Slides are 16:9; use fonts of 18pt or more, as many people watch on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Optional: the host already introduces you, so keep this to 30 seconds. To add your photo, click the photo placeholder 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Tip: zoom your editor to 150% or more during live demos, and keep a recorded backup of the demo in case the network misbehaves.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a few minutes for questions from the chat. The host will read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Session-titl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divider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Title-and-conten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ext-and-picture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Title-only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ode-or-demo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image" Target="../media/About-the-speaker-image-3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image" Target="../media/Thank-you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 titl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chemeClr val="bg2"/>
                </a:solidFill>
              </a:rPr>
              <a:t>AGENTIC AI SUMMIT 2026  ·  24 OCTOBER 2026</a:t>
            </a:r>
            <a:endParaRPr lang="en-US" sz="1400" dirty="0"/>
          </a:p>
        </p:txBody>
      </p:sp>
      <p:pic>
        <p:nvPicPr>
          <p:cNvPr id="4" name="Image 1" descr="/private/tmp/claude-501/-Users-prathapreddy/3ec54f73-b068-451c-a6c4-a4ac3fd4b079/scratchpad/summit/assets/po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48840"/>
            <a:ext cx="4023360" cy="226314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737360"/>
            <a:ext cx="65836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session title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416052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Your name · Your role, Company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7200" b="1" dirty="0">
                <a:solidFill>
                  <a:schemeClr val="bg2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Agentic AI Summit 2026  ·  #AgenticAISummit2026</a:t>
            </a:r>
            <a:endParaRPr lang="en-US" sz="1000" dirty="0"/>
          </a:p>
        </p:txBody>
      </p:sp>
      <p:pic>
        <p:nvPicPr>
          <p:cNvPr id="3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23620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Add your points here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Agentic AI Summit 2026  ·  #AgenticAISummit2026</a:t>
            </a:r>
            <a:endParaRPr lang="en-US" sz="1000" dirty="0"/>
          </a:p>
        </p:txBody>
      </p:sp>
      <p:pic>
        <p:nvPicPr>
          <p:cNvPr id="3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23620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Explain the idea</a:t>
            </a:r>
            <a:endParaRPr lang="en-US" sz="1800" dirty="0"/>
          </a:p>
        </p:txBody>
      </p:sp>
      <p:sp>
        <p:nvSpPr>
          <p:cNvPr id="6" name="Shape 1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F4F2FF"/>
          </a:solidFill>
          <a:ln/>
        </p:spPr>
      </p:sp>
      <p:sp>
        <p:nvSpPr>
          <p:cNvPr id="7" name="Text 2"/>
          <p:cNvSpPr/>
          <p:nvPr>
            <p:ph idx="105" hasCustomPrompt="1"/>
          </p:nvPr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a screenshot or diagram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Agentic AI Summit 2026  ·  #AgenticAISummit2026</a:t>
            </a:r>
            <a:endParaRPr lang="en-US" sz="1000" dirty="0"/>
          </a:p>
        </p:txBody>
      </p:sp>
      <p:pic>
        <p:nvPicPr>
          <p:cNvPr id="3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23620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or dem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Agentic AI Summit 2026  ·  #AgenticAISummit2026</a:t>
            </a:r>
            <a:endParaRPr lang="en-US" sz="1000" dirty="0"/>
          </a:p>
        </p:txBody>
      </p:sp>
      <p:pic>
        <p:nvPicPr>
          <p:cNvPr id="3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23620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548640" y="1463040"/>
            <a:ext cx="11064240" cy="4617720"/>
          </a:xfrm>
          <a:prstGeom prst="rect">
            <a:avLst/>
          </a:prstGeom>
          <a:solidFill>
            <a:srgbClr val="14154A"/>
          </a:solidFill>
          <a:ln/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Paste your code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the speak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Agentic AI Summit 2026  ·  #AgenticAISummit2026</a:t>
            </a:r>
            <a:endParaRPr lang="en-US" sz="1000" dirty="0"/>
          </a:p>
        </p:txBody>
      </p:sp>
      <p:pic>
        <p:nvPicPr>
          <p:cNvPr id="3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23620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pic>
        <p:nvPicPr>
          <p:cNvPr id="5" name="Image 1" descr="/private/tmp/claude-501/-Users-prathapreddy/3ec54f73-b068-451c-a6c4-a4ac3fd4b079/scratchpad/summit/build/img/ph-emp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657600" cy="36576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hasCustomPrompt="1"/>
          </p:nvPr>
        </p:nvSpPr>
        <p:spPr>
          <a:xfrm>
            <a:off x="868680" y="1874520"/>
            <a:ext cx="30175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Your photo</a:t>
            </a:r>
            <a:endParaRPr lang="en-US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754880" y="1554480"/>
            <a:ext cx="68580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few lines about you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rathapreddy/3ec54f73-b068-451c-a6c4-a4ac3fd4b079/scratchpad/summit/assets/it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48640" cy="548640"/>
          </a:xfrm>
          <a:prstGeom prst="rect">
            <a:avLst/>
          </a:prstGeom>
        </p:spPr>
      </p:pic>
      <p:pic>
        <p:nvPicPr>
          <p:cNvPr id="3" name="Image 1" descr="/private/tmp/claude-501/-Users-prathapreddy/3ec54f73-b068-451c-a6c4-a4ac3fd4b079/scratchpad/summit/assets/cat-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463040"/>
            <a:ext cx="3474720" cy="34747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173736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342900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Questions? Let's connect.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640080" y="173736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session title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640080" y="41605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Your name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Your role · Company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About me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4754880" y="155448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do and where you work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love building or teaching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Where people can find you (LinkedIn, blog, GitHub)</a:t>
            </a:r>
            <a:endParaRPr lang="en-US" sz="18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868680" y="1874520"/>
            <a:ext cx="3017520" cy="3017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we'll cover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problem we're solving</a:t>
            </a:r>
            <a:endParaRPr lang="en-US" sz="2200" dirty="0"/>
          </a:p>
        </p:txBody>
      </p:sp>
      <p:sp>
        <p:nvSpPr>
          <p:cNvPr id="6" name="Step 2 circle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97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it works: architecture and key ideas</a:t>
            </a:r>
            <a:endParaRPr lang="en-US" sz="2200" dirty="0"/>
          </a:p>
        </p:txBody>
      </p:sp>
      <p:sp>
        <p:nvSpPr>
          <p:cNvPr id="9" name="Step 3 circle"/>
          <p:cNvSpPr/>
          <p:nvPr/>
        </p:nvSpPr>
        <p:spPr>
          <a:xfrm>
            <a:off x="548640" y="3794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Live demo</a:t>
            </a:r>
            <a:endParaRPr lang="en-US" sz="2200" dirty="0"/>
          </a:p>
        </p:txBody>
      </p:sp>
      <p:sp>
        <p:nvSpPr>
          <p:cNvPr id="12" name="Step 4 circle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92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Lessons learned and what to try next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2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3017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Explain an idea with a picture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idea per slide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Show, don't tell: screenshots and diagrams beat long text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text short so viewers can listen to you</a:t>
            </a:r>
            <a:endParaRPr lang="en-US" sz="1800" dirty="0"/>
          </a:p>
        </p:txBody>
      </p:sp>
      <p:sp>
        <p:nvSpPr>
          <p:cNvPr id="4" name="Text 2"/>
          <p:cNvSpPr/>
          <p:nvPr>
            <p:ph idx="105" hasCustomPrompt="1"/>
          </p:nvPr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Code or demo</a:t>
            </a:r>
            <a:endParaRPr lang="en-US" sz="32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Large fonts help viewers on phones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agent = await client.agents.create({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"summit-demo",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instructions: "Help attendees find sessions",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Takeaway 1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4" name="Takeaway icon circle 1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akeaway icon 1" descr="/private/tmp/claude-501/-Users-prathapreddy/3ec54f73-b068-451c-a6c4-a4ac3fd4b079/scratchpad/summit/build/img/ic-bulb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one thing you want people to remember</a:t>
            </a:r>
            <a:endParaRPr lang="en-US" sz="1800" dirty="0"/>
          </a:p>
        </p:txBody>
      </p:sp>
      <p:sp>
        <p:nvSpPr>
          <p:cNvPr id="8" name="Takeaway 2"/>
          <p:cNvSpPr/>
          <p:nvPr/>
        </p:nvSpPr>
        <p:spPr>
          <a:xfrm>
            <a:off x="429768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9" name="Takeaway icon circle 2"/>
          <p:cNvSpPr/>
          <p:nvPr/>
        </p:nvSpPr>
        <p:spPr>
          <a:xfrm>
            <a:off x="4617720" y="1920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akeaway icon 2" descr="/private/tmp/claude-501/-Users-prathapreddy/3ec54f73-b068-451c-a6c4-a4ac3fd4b079/scratchpad/summit/build/img/ic-rocke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practical step they can try this week</a:t>
            </a:r>
            <a:endParaRPr lang="en-US" sz="1800" dirty="0"/>
          </a:p>
        </p:txBody>
      </p:sp>
      <p:sp>
        <p:nvSpPr>
          <p:cNvPr id="13" name="Takeaway 3"/>
          <p:cNvSpPr/>
          <p:nvPr/>
        </p:nvSpPr>
        <p:spPr>
          <a:xfrm>
            <a:off x="804672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14" name="Takeaway icon circle 3"/>
          <p:cNvSpPr/>
          <p:nvPr/>
        </p:nvSpPr>
        <p:spPr>
          <a:xfrm>
            <a:off x="8366760" y="19202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Takeaway icon 3" descr="/private/tmp/claude-501/-Users-prathapreddy/3ec54f73-b068-451c-a6c4-a4ac3fd4b079/scratchpad/summit/build/img/ic-glob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Links, repos and docs to go further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17373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640080" y="34290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Questions? Let's connect.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linkedin.com/in/your-profile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#AgenticAISummit2026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ic AI Summit 2026">
  <a:themeElements>
    <a:clrScheme name="Agentic AI Summit 2026">
      <a:dk1>
        <a:srgbClr val="14154A"/>
      </a:dk1>
      <a:lt1>
        <a:srgbClr val="FFFFFF"/>
      </a:lt1>
      <a:dk2>
        <a:srgbClr val="1E2A78"/>
      </a:dk2>
      <a:lt2>
        <a:srgbClr val="F4F2FF"/>
      </a:lt2>
      <a:accent1>
        <a:srgbClr val="2563EB"/>
      </a:accent1>
      <a:accent2>
        <a:srgbClr val="7C3AED"/>
      </a:accent2>
      <a:accent3>
        <a:srgbClr val="C026D3"/>
      </a:accent3>
      <a:accent4>
        <a:srgbClr val="0EA5E9"/>
      </a:accent4>
      <a:accent5>
        <a:srgbClr val="5B6385"/>
      </a:accent5>
      <a:accent6>
        <a:srgbClr val="F59E0B"/>
      </a:accent6>
      <a:hlink>
        <a:srgbClr val="2563EB"/>
      </a:hlink>
      <a:folHlink>
        <a:srgbClr val="7C3AED"/>
      </a:folHlink>
    </a:clrScheme>
    <a:fontScheme name="Agentic AI Summit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Innovation Tech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Summit 2026 · Speaker template</dc:title>
  <dc:subject>PptxGenJS Presentation</dc:subject>
  <dc:creator>Innovation Tech Community</dc:creator>
  <cp:lastModifiedBy>Innovation Tech Community</cp:lastModifiedBy>
  <cp:revision>1</cp:revision>
  <dcterms:created xsi:type="dcterms:W3CDTF">2026-10-19T17:32:11Z</dcterms:created>
  <dcterms:modified xsi:type="dcterms:W3CDTF">2026-10-19T17:32:11Z</dcterms:modified>
</cp:coreProperties>
</file>